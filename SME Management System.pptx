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6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1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1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9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0803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7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8361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2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42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91892-B785-4D50-9046-0A3F0CCB9F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61B8B1-AAA2-45AE-9B66-729EFEE3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SME Management System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5"/>
            <a:ext cx="42062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Name </a:t>
            </a:r>
            <a:r>
              <a:rPr kumimoji="0" lang="en-KE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:Emmanuel Kipkorir Rotich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 No </a:t>
            </a:r>
            <a:r>
              <a:rPr kumimoji="0" lang="en-KE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:COM/0043/23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Unit: Software Project 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</a:t>
            </a:r>
            <a:r>
              <a:rPr kumimoji="0" lang="en-KE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:22nd April,2026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0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SMEs use manual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and data loss occur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tracking </a:t>
            </a:r>
          </a:p>
        </p:txBody>
      </p:sp>
    </p:spTree>
    <p:extLst>
      <p:ext uri="{BB962C8B-B14F-4D97-AF65-F5344CB8AC3E}">
        <p14:creationId xmlns:p14="http://schemas.microsoft.com/office/powerpoint/2010/main" val="10257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Inaccurate profit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tracking of sales &amp;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accountability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loss risks </a:t>
            </a:r>
          </a:p>
        </p:txBody>
      </p:sp>
    </p:spTree>
    <p:extLst>
      <p:ext uri="{BB962C8B-B14F-4D97-AF65-F5344CB8AC3E}">
        <p14:creationId xmlns:p14="http://schemas.microsoft.com/office/powerpoint/2010/main" val="204799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business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accountability </a:t>
            </a:r>
          </a:p>
        </p:txBody>
      </p:sp>
    </p:spTree>
    <p:extLst>
      <p:ext uri="{BB962C8B-B14F-4D97-AF65-F5344CB8AC3E}">
        <p14:creationId xmlns:p14="http://schemas.microsoft.com/office/powerpoint/2010/main" val="42725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Overview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products, sales,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profit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dashboard </a:t>
            </a:r>
          </a:p>
        </p:txBody>
      </p:sp>
    </p:spTree>
    <p:extLst>
      <p:ext uri="{BB962C8B-B14F-4D97-AF65-F5344CB8AC3E}">
        <p14:creationId xmlns:p14="http://schemas.microsoft.com/office/powerpoint/2010/main" val="21666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Admin </a:t>
            </a:r>
          </a:p>
          <a:p>
            <a:r>
              <a:rPr lang="en-US" dirty="0" smtClean="0"/>
              <a:t>Staff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Admin → full control </a:t>
            </a:r>
          </a:p>
          <a:p>
            <a:r>
              <a:rPr lang="en-US" dirty="0" smtClean="0"/>
              <a:t>Staff → limited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53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recording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analytics </a:t>
            </a:r>
          </a:p>
        </p:txBody>
      </p:sp>
    </p:spTree>
    <p:extLst>
      <p:ext uri="{BB962C8B-B14F-4D97-AF65-F5344CB8AC3E}">
        <p14:creationId xmlns:p14="http://schemas.microsoft.com/office/powerpoint/2010/main" val="34368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Profit Logic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sale: (Selling – Buying) × Quantity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profit = Sales –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→ sales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→ actual profit </a:t>
            </a:r>
          </a:p>
        </p:txBody>
      </p:sp>
    </p:spTree>
    <p:extLst>
      <p:ext uri="{BB962C8B-B14F-4D97-AF65-F5344CB8AC3E}">
        <p14:creationId xmlns:p14="http://schemas.microsoft.com/office/powerpoint/2010/main" val="278009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Workflow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product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sale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calculates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records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updates </a:t>
            </a:r>
          </a:p>
        </p:txBody>
      </p:sp>
    </p:spTree>
    <p:extLst>
      <p:ext uri="{BB962C8B-B14F-4D97-AF65-F5344CB8AC3E}">
        <p14:creationId xmlns:p14="http://schemas.microsoft.com/office/powerpoint/2010/main" val="133135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(Backend)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HTML/CSS/JS (Frontend)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 (Database)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Flask-Login (Authentication) </a:t>
            </a:r>
          </a:p>
        </p:txBody>
      </p:sp>
    </p:spTree>
    <p:extLst>
      <p:ext uri="{BB962C8B-B14F-4D97-AF65-F5344CB8AC3E}">
        <p14:creationId xmlns:p14="http://schemas.microsoft.com/office/powerpoint/2010/main" val="387250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Innovation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financial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profit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SME-focused simplicity </a:t>
            </a:r>
          </a:p>
        </p:txBody>
      </p:sp>
    </p:spTree>
    <p:extLst>
      <p:ext uri="{BB962C8B-B14F-4D97-AF65-F5344CB8AC3E}">
        <p14:creationId xmlns:p14="http://schemas.microsoft.com/office/powerpoint/2010/main" val="317865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internet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offline 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receipt generation </a:t>
            </a:r>
          </a:p>
        </p:txBody>
      </p:sp>
    </p:spTree>
    <p:extLst>
      <p:ext uri="{BB962C8B-B14F-4D97-AF65-F5344CB8AC3E}">
        <p14:creationId xmlns:p14="http://schemas.microsoft.com/office/powerpoint/2010/main" val="421777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Improvements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sales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Receipt generation </a:t>
            </a:r>
          </a:p>
        </p:txBody>
      </p:sp>
    </p:spTree>
    <p:extLst>
      <p:ext uri="{BB962C8B-B14F-4D97-AF65-F5344CB8AC3E}">
        <p14:creationId xmlns:p14="http://schemas.microsoft.com/office/powerpoint/2010/main" val="4168628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5100664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198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SME Management System</vt:lpstr>
      <vt:lpstr>Background</vt:lpstr>
      <vt:lpstr>Problem Statement</vt:lpstr>
      <vt:lpstr>Objective</vt:lpstr>
      <vt:lpstr>System Overview</vt:lpstr>
      <vt:lpstr>System Users</vt:lpstr>
      <vt:lpstr>Key Features</vt:lpstr>
      <vt:lpstr>Profit Logic</vt:lpstr>
      <vt:lpstr>System Workflow</vt:lpstr>
      <vt:lpstr>Technologies Used</vt:lpstr>
      <vt:lpstr>Innovation</vt:lpstr>
      <vt:lpstr>Limitations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 Management System</dc:title>
  <dc:creator>MANUEL</dc:creator>
  <cp:lastModifiedBy>MANUEL</cp:lastModifiedBy>
  <cp:revision>2</cp:revision>
  <dcterms:created xsi:type="dcterms:W3CDTF">2026-04-22T05:17:15Z</dcterms:created>
  <dcterms:modified xsi:type="dcterms:W3CDTF">2026-04-22T05:29:52Z</dcterms:modified>
</cp:coreProperties>
</file>